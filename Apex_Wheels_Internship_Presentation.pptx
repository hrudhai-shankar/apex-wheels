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Apex Wheels - Premium Car Rental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Internship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Apex Wheels: Premium Car Rental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Developed by [Your Name]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Presentation 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Abstract / Synopsis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Introduction &amp; Problem Statement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Proposed Solution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Technology Stack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Modules Description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Database Structure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Conclusion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Future Plans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Abstract / Synopsis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Apex Wheels is a premium, full-stack car rental platform.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Aims to provide a seamless vehicle booking experience.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Features a modernized UI with real-time fleet availability.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Integrates secure authentication, admin dashboard, and multi-gateway payments.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Built using modern web technologies to ensure scalability and high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Traditional car rentals lack digital convenience and real-time inventory.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Manual booking processes lead to overbooking and data inconsistencies.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Inadequate payment gateway integrations cause trust issues among users.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Lack of clear administration tools makes fleet management difficult.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centralized web application mapping 10+ premium vehicles.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Real-time availability and precise date-time selection for bookings.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Automated payment tracking and invoice generation.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Role-based access control (Admin vs. User) for streamlined management.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Responsive design providing localized and seamless user experience.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 React.js (Vite), React Router, Lucide Icons, Vanilla CSS.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Backend: Node.js, Express.js.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Database: PostgreSQL (Supabase).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Authentication: JWT (JSON Web Tokens), bcrypt.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Payment Gateway: Razorpay.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Modules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system is divided into three primary modules: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1. User Authentication &amp; Profile Module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2. Car Management (Admin) Module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3. Booking &amp; Payment Processing Module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Each module operates independently to ensure modularity and ease of debugging.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1. User Authentication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 Registration and secure Login via encrypted passwords (bcrypt).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JSON Web Token (JWT) based session management.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Role-based authorization distinguishing regular users from administrators.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User Profile management and booking history viewing.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2. Car Management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Admin-only dashboard for Full CRUD operations on vehicle fleet.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Ability to add new cars with descriptions, prices, specs, and image URLs.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Real-time toggle for vehicle availability status.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Categorization based on transmission, fuel type, and seat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3. Booking &amp; Payment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Precise pickup and drop-off date/time selection.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Dynamic price calculation based on total rental days.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Integration with Razorpay for secure and seamless transactions.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Automatic status updates (Pending -&gt; Confirmed) upon successful payment.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Database Structure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Relational Database using PostgreSQL (hosted on Supabase).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Enforces strict referential integrity with Foreign Keys.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Cascading deletes ensure no orphaned records when a user or car is removed.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Timestamps track creation and update times for auditing.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Core Database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Users: id, name, email, password (hashed), role, created_at.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Cars: id, name, brand, type, transmission, fuel_type, seats, price_per_day, available.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Bookings: id, user_id (FK), car_id (FK), start_date, end_date, total_days, total_amount, payment_status.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Successfully developed a functional and scalable premium car rental system.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Gained hands-on experience with the MERN/PERN stack and modern development practices.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Implemented secure payment gateways and relational database modeling.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The resulting application meets modern UI/UX standards.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Future Plans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 AI-driven vehicle recommendations based on user history.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Develop a mobile application version (React Native).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Add GPS tracking for real-time fleet monitoring.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Integrate advanced analytics and reporting for administrators.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Support multi-language and multi-currency for global expansion.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3366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66666"/>
                </a:solidFill>
              </a:rPr>
              <a:t>Any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2026-05-20T15:57:50Z</dcterms:created>
  <dcterms:modified xsi:type="dcterms:W3CDTF">2026-05-20T15:57:50Z</dcterms:modified>
</cp:coreProperties>
</file>